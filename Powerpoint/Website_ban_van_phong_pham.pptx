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 Bold" charset="1" panose="02020803070505020304"/>
      <p:regular r:id="rId20"/>
    </p:embeddedFont>
    <p:embeddedFont>
      <p:font typeface="Times New Roman" charset="1" panose="02020603050405020304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etbootstrap.com/docs/5.0/getting-started/introduction/" TargetMode="External" Type="http://schemas.openxmlformats.org/officeDocument/2006/relationships/hyperlink"/><Relationship Id="rId3" Target="https://getbootstrap.com/docs/5.0/getting-started/introduction/" TargetMode="External" Type="http://schemas.openxmlformats.org/officeDocument/2006/relationships/hyperlink"/><Relationship Id="rId4" Target="https://chatgpt.com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6463" y="308142"/>
            <a:ext cx="17715074" cy="9670715"/>
            <a:chOff x="0" y="0"/>
            <a:chExt cx="4665698" cy="25470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65699" cy="2547020"/>
            </a:xfrm>
            <a:custGeom>
              <a:avLst/>
              <a:gdLst/>
              <a:ahLst/>
              <a:cxnLst/>
              <a:rect r="r" b="b" t="t" l="l"/>
              <a:pathLst>
                <a:path h="2547020" w="4665699">
                  <a:moveTo>
                    <a:pt x="22288" y="0"/>
                  </a:moveTo>
                  <a:lnTo>
                    <a:pt x="4643410" y="0"/>
                  </a:lnTo>
                  <a:cubicBezTo>
                    <a:pt x="4655720" y="0"/>
                    <a:pt x="4665699" y="9979"/>
                    <a:pt x="4665699" y="22288"/>
                  </a:cubicBezTo>
                  <a:lnTo>
                    <a:pt x="4665699" y="2524732"/>
                  </a:lnTo>
                  <a:cubicBezTo>
                    <a:pt x="4665699" y="2530643"/>
                    <a:pt x="4663350" y="2536312"/>
                    <a:pt x="4659171" y="2540492"/>
                  </a:cubicBezTo>
                  <a:cubicBezTo>
                    <a:pt x="4654991" y="2544672"/>
                    <a:pt x="4649322" y="2547020"/>
                    <a:pt x="4643410" y="2547020"/>
                  </a:cubicBezTo>
                  <a:lnTo>
                    <a:pt x="22288" y="2547020"/>
                  </a:lnTo>
                  <a:cubicBezTo>
                    <a:pt x="16377" y="2547020"/>
                    <a:pt x="10708" y="2544672"/>
                    <a:pt x="6528" y="2540492"/>
                  </a:cubicBezTo>
                  <a:cubicBezTo>
                    <a:pt x="2348" y="2536312"/>
                    <a:pt x="0" y="2530643"/>
                    <a:pt x="0" y="2524732"/>
                  </a:cubicBezTo>
                  <a:lnTo>
                    <a:pt x="0" y="22288"/>
                  </a:lnTo>
                  <a:cubicBezTo>
                    <a:pt x="0" y="16377"/>
                    <a:pt x="2348" y="10708"/>
                    <a:pt x="6528" y="6528"/>
                  </a:cubicBezTo>
                  <a:cubicBezTo>
                    <a:pt x="10708" y="2348"/>
                    <a:pt x="16377" y="0"/>
                    <a:pt x="22288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65698" cy="2585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9160" y="308142"/>
            <a:ext cx="6492377" cy="9670715"/>
            <a:chOff x="0" y="0"/>
            <a:chExt cx="1005839" cy="14982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5839" cy="1498247"/>
            </a:xfrm>
            <a:custGeom>
              <a:avLst/>
              <a:gdLst/>
              <a:ahLst/>
              <a:cxnLst/>
              <a:rect r="r" b="b" t="t" l="l"/>
              <a:pathLst>
                <a:path h="1498247" w="1005839">
                  <a:moveTo>
                    <a:pt x="65585" y="0"/>
                  </a:moveTo>
                  <a:lnTo>
                    <a:pt x="940254" y="0"/>
                  </a:lnTo>
                  <a:cubicBezTo>
                    <a:pt x="976475" y="0"/>
                    <a:pt x="1005839" y="29364"/>
                    <a:pt x="1005839" y="65585"/>
                  </a:cubicBezTo>
                  <a:lnTo>
                    <a:pt x="1005839" y="1432661"/>
                  </a:lnTo>
                  <a:cubicBezTo>
                    <a:pt x="1005839" y="1450056"/>
                    <a:pt x="998929" y="1466738"/>
                    <a:pt x="986630" y="1479037"/>
                  </a:cubicBezTo>
                  <a:cubicBezTo>
                    <a:pt x="974330" y="1491337"/>
                    <a:pt x="957648" y="1498247"/>
                    <a:pt x="940254" y="1498247"/>
                  </a:cubicBezTo>
                  <a:lnTo>
                    <a:pt x="65585" y="1498247"/>
                  </a:lnTo>
                  <a:cubicBezTo>
                    <a:pt x="29364" y="1498247"/>
                    <a:pt x="0" y="1468883"/>
                    <a:pt x="0" y="1432661"/>
                  </a:cubicBezTo>
                  <a:lnTo>
                    <a:pt x="0" y="65585"/>
                  </a:lnTo>
                  <a:cubicBezTo>
                    <a:pt x="0" y="29364"/>
                    <a:pt x="29364" y="0"/>
                    <a:pt x="6558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82" r="0" b="-38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86463" y="308142"/>
            <a:ext cx="8857537" cy="6193313"/>
            <a:chOff x="0" y="0"/>
            <a:chExt cx="1682608" cy="1176503"/>
          </a:xfrm>
        </p:grpSpPr>
        <p:sp>
          <p:nvSpPr>
            <p:cNvPr name="Freeform 8" id="8"/>
            <p:cNvSpPr/>
            <p:nvPr/>
          </p:nvSpPr>
          <p:spPr>
            <a:xfrm flipH="false" flipV="false" rot="-162340">
              <a:off x="-24615" y="-36843"/>
              <a:ext cx="1731838" cy="1250188"/>
            </a:xfrm>
            <a:custGeom>
              <a:avLst/>
              <a:gdLst/>
              <a:ahLst/>
              <a:cxnLst/>
              <a:rect r="r" b="b" t="t" l="l"/>
              <a:pathLst>
                <a:path h="1250188" w="1731838">
                  <a:moveTo>
                    <a:pt x="101341" y="54"/>
                  </a:moveTo>
                  <a:lnTo>
                    <a:pt x="1686035" y="74944"/>
                  </a:lnTo>
                  <a:cubicBezTo>
                    <a:pt x="1698770" y="75545"/>
                    <a:pt x="1710745" y="81182"/>
                    <a:pt x="1719325" y="90613"/>
                  </a:cubicBezTo>
                  <a:cubicBezTo>
                    <a:pt x="1727904" y="100044"/>
                    <a:pt x="1732386" y="112496"/>
                    <a:pt x="1731785" y="125232"/>
                  </a:cubicBezTo>
                  <a:lnTo>
                    <a:pt x="1680786" y="1204385"/>
                  </a:lnTo>
                  <a:cubicBezTo>
                    <a:pt x="1680184" y="1217121"/>
                    <a:pt x="1674548" y="1229095"/>
                    <a:pt x="1665117" y="1237675"/>
                  </a:cubicBezTo>
                  <a:cubicBezTo>
                    <a:pt x="1655686" y="1246255"/>
                    <a:pt x="1643233" y="1250737"/>
                    <a:pt x="1630498" y="1250135"/>
                  </a:cubicBezTo>
                  <a:lnTo>
                    <a:pt x="45803" y="1175245"/>
                  </a:lnTo>
                  <a:cubicBezTo>
                    <a:pt x="33068" y="1174644"/>
                    <a:pt x="21093" y="1169007"/>
                    <a:pt x="12513" y="1159576"/>
                  </a:cubicBezTo>
                  <a:cubicBezTo>
                    <a:pt x="3934" y="1150145"/>
                    <a:pt x="-548" y="1137692"/>
                    <a:pt x="54" y="1124957"/>
                  </a:cubicBezTo>
                  <a:lnTo>
                    <a:pt x="51052" y="45804"/>
                  </a:lnTo>
                  <a:cubicBezTo>
                    <a:pt x="51654" y="33068"/>
                    <a:pt x="57290" y="21094"/>
                    <a:pt x="66721" y="12514"/>
                  </a:cubicBezTo>
                  <a:cubicBezTo>
                    <a:pt x="76152" y="3934"/>
                    <a:pt x="88605" y="-548"/>
                    <a:pt x="101341" y="54"/>
                  </a:cubicBezTo>
                  <a:close/>
                </a:path>
              </a:pathLst>
            </a:custGeom>
            <a:blipFill>
              <a:blip r:embed="rId3"/>
              <a:stretch>
                <a:fillRect l="-83959" t="-65523" r="-1362" b="-17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991986" y="6501455"/>
            <a:ext cx="5009551" cy="3477402"/>
            <a:chOff x="0" y="0"/>
            <a:chExt cx="1933939" cy="1342452"/>
          </a:xfrm>
        </p:grpSpPr>
        <p:sp>
          <p:nvSpPr>
            <p:cNvPr name="Freeform 10" id="10"/>
            <p:cNvSpPr/>
            <p:nvPr/>
          </p:nvSpPr>
          <p:spPr>
            <a:xfrm flipH="false" flipV="false" rot="9202574">
              <a:off x="-169189" y="-333097"/>
              <a:ext cx="2272317" cy="2008628"/>
            </a:xfrm>
            <a:custGeom>
              <a:avLst/>
              <a:gdLst/>
              <a:ahLst/>
              <a:cxnLst/>
              <a:rect r="r" b="b" t="t" l="l"/>
              <a:pathLst>
                <a:path h="2008628" w="2272317">
                  <a:moveTo>
                    <a:pt x="1623816" y="1999615"/>
                  </a:moveTo>
                  <a:lnTo>
                    <a:pt x="46908" y="1209141"/>
                  </a:lnTo>
                  <a:cubicBezTo>
                    <a:pt x="26755" y="1199039"/>
                    <a:pt x="11441" y="1181344"/>
                    <a:pt x="4334" y="1159951"/>
                  </a:cubicBezTo>
                  <a:cubicBezTo>
                    <a:pt x="-2773" y="1138557"/>
                    <a:pt x="-1090" y="1115217"/>
                    <a:pt x="9012" y="1095064"/>
                  </a:cubicBezTo>
                  <a:lnTo>
                    <a:pt x="534424" y="46927"/>
                  </a:lnTo>
                  <a:cubicBezTo>
                    <a:pt x="555461" y="4961"/>
                    <a:pt x="606535" y="-12006"/>
                    <a:pt x="648501" y="9031"/>
                  </a:cubicBezTo>
                  <a:lnTo>
                    <a:pt x="2225409" y="799505"/>
                  </a:lnTo>
                  <a:cubicBezTo>
                    <a:pt x="2245561" y="809607"/>
                    <a:pt x="2260876" y="827302"/>
                    <a:pt x="2267982" y="848695"/>
                  </a:cubicBezTo>
                  <a:cubicBezTo>
                    <a:pt x="2275089" y="870089"/>
                    <a:pt x="2273406" y="893429"/>
                    <a:pt x="2263304" y="913582"/>
                  </a:cubicBezTo>
                  <a:lnTo>
                    <a:pt x="1737893" y="1961719"/>
                  </a:lnTo>
                  <a:cubicBezTo>
                    <a:pt x="1727790" y="1981872"/>
                    <a:pt x="1710096" y="1997187"/>
                    <a:pt x="1688703" y="2004293"/>
                  </a:cubicBezTo>
                  <a:cubicBezTo>
                    <a:pt x="1667309" y="2011400"/>
                    <a:pt x="1643969" y="2009717"/>
                    <a:pt x="1623816" y="1999615"/>
                  </a:cubicBezTo>
                  <a:close/>
                </a:path>
              </a:pathLst>
            </a:custGeom>
            <a:blipFill>
              <a:blip r:embed="rId4"/>
              <a:stretch>
                <a:fillRect l="-3148" t="-39880" r="-1279" b="-198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60869" y="963047"/>
            <a:ext cx="4722376" cy="104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b="true" sz="5999" spc="222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NHÓM 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461949"/>
            <a:ext cx="9247609" cy="249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sz="47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Môn: Hệ Thống Công Nghệ Web</a:t>
            </a:r>
          </a:p>
          <a:p>
            <a:pPr algn="l">
              <a:lnSpc>
                <a:spcPts val="4847"/>
              </a:lnSpc>
            </a:pPr>
          </a:p>
          <a:p>
            <a:pPr algn="l">
              <a:lnSpc>
                <a:spcPts val="4847"/>
              </a:lnSpc>
            </a:pPr>
            <a:r>
              <a:rPr lang="en-US" sz="4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Đề Tài : Website Bán Văn Phòng Phẩm Trực Tuyến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263966"/>
            <a:ext cx="8862764" cy="40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85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GV Hướng Dẫn:Phạm Thanh Tùng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0725" y="2805845"/>
            <a:ext cx="6312440" cy="2579661"/>
            <a:chOff x="0" y="0"/>
            <a:chExt cx="2324690" cy="950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4690" cy="950015"/>
            </a:xfrm>
            <a:custGeom>
              <a:avLst/>
              <a:gdLst/>
              <a:ahLst/>
              <a:cxnLst/>
              <a:rect r="r" b="b" t="t" l="l"/>
              <a:pathLst>
                <a:path h="950015" w="2324690">
                  <a:moveTo>
                    <a:pt x="62549" y="0"/>
                  </a:moveTo>
                  <a:lnTo>
                    <a:pt x="2262141" y="0"/>
                  </a:lnTo>
                  <a:cubicBezTo>
                    <a:pt x="2296686" y="0"/>
                    <a:pt x="2324690" y="28004"/>
                    <a:pt x="2324690" y="62549"/>
                  </a:cubicBezTo>
                  <a:lnTo>
                    <a:pt x="2324690" y="887466"/>
                  </a:lnTo>
                  <a:cubicBezTo>
                    <a:pt x="2324690" y="904055"/>
                    <a:pt x="2318100" y="919965"/>
                    <a:pt x="2306370" y="931695"/>
                  </a:cubicBezTo>
                  <a:cubicBezTo>
                    <a:pt x="2294640" y="943425"/>
                    <a:pt x="2278730" y="950015"/>
                    <a:pt x="2262141" y="950015"/>
                  </a:cubicBezTo>
                  <a:lnTo>
                    <a:pt x="62549" y="950015"/>
                  </a:lnTo>
                  <a:cubicBezTo>
                    <a:pt x="28004" y="950015"/>
                    <a:pt x="0" y="922011"/>
                    <a:pt x="0" y="887466"/>
                  </a:cubicBezTo>
                  <a:lnTo>
                    <a:pt x="0" y="62549"/>
                  </a:lnTo>
                  <a:cubicBezTo>
                    <a:pt x="0" y="45960"/>
                    <a:pt x="6590" y="30050"/>
                    <a:pt x="18320" y="18320"/>
                  </a:cubicBezTo>
                  <a:cubicBezTo>
                    <a:pt x="30050" y="6590"/>
                    <a:pt x="45960" y="0"/>
                    <a:pt x="62549" y="0"/>
                  </a:cubicBezTo>
                  <a:close/>
                </a:path>
              </a:pathLst>
            </a:custGeom>
            <a:solidFill>
              <a:srgbClr val="E2858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24690" cy="988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866854" y="5957006"/>
            <a:ext cx="6554292" cy="2992901"/>
            <a:chOff x="0" y="0"/>
            <a:chExt cx="2413757" cy="11021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3757" cy="1102199"/>
            </a:xfrm>
            <a:custGeom>
              <a:avLst/>
              <a:gdLst/>
              <a:ahLst/>
              <a:cxnLst/>
              <a:rect r="r" b="b" t="t" l="l"/>
              <a:pathLst>
                <a:path h="1102199" w="2413757">
                  <a:moveTo>
                    <a:pt x="60241" y="0"/>
                  </a:moveTo>
                  <a:lnTo>
                    <a:pt x="2353516" y="0"/>
                  </a:lnTo>
                  <a:cubicBezTo>
                    <a:pt x="2369493" y="0"/>
                    <a:pt x="2384816" y="6347"/>
                    <a:pt x="2396113" y="17644"/>
                  </a:cubicBezTo>
                  <a:cubicBezTo>
                    <a:pt x="2407410" y="28942"/>
                    <a:pt x="2413757" y="44264"/>
                    <a:pt x="2413757" y="60241"/>
                  </a:cubicBezTo>
                  <a:lnTo>
                    <a:pt x="2413757" y="1041958"/>
                  </a:lnTo>
                  <a:cubicBezTo>
                    <a:pt x="2413757" y="1057935"/>
                    <a:pt x="2407410" y="1073257"/>
                    <a:pt x="2396113" y="1084555"/>
                  </a:cubicBezTo>
                  <a:cubicBezTo>
                    <a:pt x="2384816" y="1095852"/>
                    <a:pt x="2369493" y="1102199"/>
                    <a:pt x="2353516" y="1102199"/>
                  </a:cubicBezTo>
                  <a:lnTo>
                    <a:pt x="60241" y="1102199"/>
                  </a:lnTo>
                  <a:cubicBezTo>
                    <a:pt x="26971" y="1102199"/>
                    <a:pt x="0" y="1075228"/>
                    <a:pt x="0" y="1041958"/>
                  </a:cubicBezTo>
                  <a:lnTo>
                    <a:pt x="0" y="60241"/>
                  </a:lnTo>
                  <a:cubicBezTo>
                    <a:pt x="0" y="44264"/>
                    <a:pt x="6347" y="28942"/>
                    <a:pt x="17644" y="17644"/>
                  </a:cubicBezTo>
                  <a:cubicBezTo>
                    <a:pt x="28942" y="6347"/>
                    <a:pt x="44264" y="0"/>
                    <a:pt x="60241" y="0"/>
                  </a:cubicBez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13757" cy="114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22871" y="2805845"/>
            <a:ext cx="6521123" cy="2579661"/>
            <a:chOff x="0" y="0"/>
            <a:chExt cx="2401542" cy="950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1542" cy="950015"/>
            </a:xfrm>
            <a:custGeom>
              <a:avLst/>
              <a:gdLst/>
              <a:ahLst/>
              <a:cxnLst/>
              <a:rect r="r" b="b" t="t" l="l"/>
              <a:pathLst>
                <a:path h="950015" w="2401542">
                  <a:moveTo>
                    <a:pt x="60548" y="0"/>
                  </a:moveTo>
                  <a:lnTo>
                    <a:pt x="2340995" y="0"/>
                  </a:lnTo>
                  <a:cubicBezTo>
                    <a:pt x="2357053" y="0"/>
                    <a:pt x="2372453" y="6379"/>
                    <a:pt x="2383808" y="17734"/>
                  </a:cubicBezTo>
                  <a:cubicBezTo>
                    <a:pt x="2395163" y="29089"/>
                    <a:pt x="2401542" y="44489"/>
                    <a:pt x="2401542" y="60548"/>
                  </a:cubicBezTo>
                  <a:lnTo>
                    <a:pt x="2401542" y="889468"/>
                  </a:lnTo>
                  <a:cubicBezTo>
                    <a:pt x="2401542" y="905526"/>
                    <a:pt x="2395163" y="920926"/>
                    <a:pt x="2383808" y="932281"/>
                  </a:cubicBezTo>
                  <a:cubicBezTo>
                    <a:pt x="2372453" y="943636"/>
                    <a:pt x="2357053" y="950015"/>
                    <a:pt x="2340995" y="950015"/>
                  </a:cubicBezTo>
                  <a:lnTo>
                    <a:pt x="60548" y="950015"/>
                  </a:lnTo>
                  <a:cubicBezTo>
                    <a:pt x="27108" y="950015"/>
                    <a:pt x="0" y="922907"/>
                    <a:pt x="0" y="889468"/>
                  </a:cubicBezTo>
                  <a:lnTo>
                    <a:pt x="0" y="60548"/>
                  </a:lnTo>
                  <a:cubicBezTo>
                    <a:pt x="0" y="44489"/>
                    <a:pt x="6379" y="29089"/>
                    <a:pt x="17734" y="17734"/>
                  </a:cubicBezTo>
                  <a:cubicBezTo>
                    <a:pt x="29089" y="6379"/>
                    <a:pt x="44489" y="0"/>
                    <a:pt x="60548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01542" cy="988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3574092"/>
            <a:ext cx="628348" cy="470577"/>
          </a:xfrm>
          <a:custGeom>
            <a:avLst/>
            <a:gdLst/>
            <a:ahLst/>
            <a:cxnLst/>
            <a:rect r="r" b="b" t="t" l="l"/>
            <a:pathLst>
              <a:path h="470577" w="628348">
                <a:moveTo>
                  <a:pt x="0" y="0"/>
                </a:moveTo>
                <a:lnTo>
                  <a:pt x="628348" y="0"/>
                </a:lnTo>
                <a:lnTo>
                  <a:pt x="628348" y="470578"/>
                </a:lnTo>
                <a:lnTo>
                  <a:pt x="0" y="470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43198" y="3359250"/>
            <a:ext cx="643364" cy="685420"/>
          </a:xfrm>
          <a:custGeom>
            <a:avLst/>
            <a:gdLst/>
            <a:ahLst/>
            <a:cxnLst/>
            <a:rect r="r" b="b" t="t" l="l"/>
            <a:pathLst>
              <a:path h="685420" w="643364">
                <a:moveTo>
                  <a:pt x="0" y="0"/>
                </a:moveTo>
                <a:lnTo>
                  <a:pt x="643364" y="0"/>
                </a:lnTo>
                <a:lnTo>
                  <a:pt x="643364" y="685420"/>
                </a:lnTo>
                <a:lnTo>
                  <a:pt x="0" y="685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5917" y="6695419"/>
            <a:ext cx="814496" cy="758037"/>
          </a:xfrm>
          <a:custGeom>
            <a:avLst/>
            <a:gdLst/>
            <a:ahLst/>
            <a:cxnLst/>
            <a:rect r="r" b="b" t="t" l="l"/>
            <a:pathLst>
              <a:path h="758037" w="814496">
                <a:moveTo>
                  <a:pt x="0" y="0"/>
                </a:moveTo>
                <a:lnTo>
                  <a:pt x="814496" y="0"/>
                </a:lnTo>
                <a:lnTo>
                  <a:pt x="814496" y="758037"/>
                </a:lnTo>
                <a:lnTo>
                  <a:pt x="0" y="7580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48977" y="1104900"/>
            <a:ext cx="4756957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Thành Viên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31090" y="6840130"/>
            <a:ext cx="3638066" cy="9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363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Lê Ngọc Nguyên 22682641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2088" y="3635047"/>
            <a:ext cx="5091077" cy="963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362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Nguyễn Thuận Nguyên</a:t>
            </a:r>
          </a:p>
          <a:p>
            <a:pPr algn="l">
              <a:lnSpc>
                <a:spcPts val="3666"/>
              </a:lnSpc>
            </a:pPr>
            <a:r>
              <a:rPr lang="en-US" sz="362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22682751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43198" y="3397350"/>
            <a:ext cx="6092326" cy="96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7"/>
              </a:lnSpc>
            </a:pPr>
            <a:r>
              <a:rPr lang="en-US" sz="363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Đào Dương Anh Khoa 22690261</a:t>
            </a:r>
          </a:p>
        </p:txBody>
      </p:sp>
      <p:grpSp>
        <p:nvGrpSpPr>
          <p:cNvPr name="Group 18" id="18"/>
          <p:cNvGrpSpPr/>
          <p:nvPr/>
        </p:nvGrpSpPr>
        <p:grpSpPr>
          <a:xfrm rot="644436">
            <a:off x="11393764" y="-1270346"/>
            <a:ext cx="8214512" cy="4752536"/>
            <a:chOff x="0" y="0"/>
            <a:chExt cx="2053966" cy="1188329"/>
          </a:xfrm>
        </p:grpSpPr>
        <p:sp>
          <p:nvSpPr>
            <p:cNvPr name="Freeform 19" id="19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8"/>
              <a:stretch>
                <a:fillRect l="0" t="0" r="-53454" b="-661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597952">
            <a:off x="-4437678" y="1196801"/>
            <a:ext cx="8214512" cy="4752536"/>
            <a:chOff x="0" y="0"/>
            <a:chExt cx="2053966" cy="1188329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53454" b="-661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62685" y="5405231"/>
            <a:ext cx="3451807" cy="4195062"/>
            <a:chOff x="0" y="0"/>
            <a:chExt cx="1271201" cy="15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1201" cy="1544921"/>
            </a:xfrm>
            <a:custGeom>
              <a:avLst/>
              <a:gdLst/>
              <a:ahLst/>
              <a:cxnLst/>
              <a:rect r="r" b="b" t="t" l="l"/>
              <a:pathLst>
                <a:path h="1544921" w="1271201">
                  <a:moveTo>
                    <a:pt x="114386" y="0"/>
                  </a:moveTo>
                  <a:lnTo>
                    <a:pt x="1156815" y="0"/>
                  </a:lnTo>
                  <a:cubicBezTo>
                    <a:pt x="1187152" y="0"/>
                    <a:pt x="1216247" y="12051"/>
                    <a:pt x="1237698" y="33503"/>
                  </a:cubicBezTo>
                  <a:cubicBezTo>
                    <a:pt x="1259150" y="54954"/>
                    <a:pt x="1271201" y="84049"/>
                    <a:pt x="1271201" y="114386"/>
                  </a:cubicBezTo>
                  <a:lnTo>
                    <a:pt x="1271201" y="1430535"/>
                  </a:lnTo>
                  <a:cubicBezTo>
                    <a:pt x="1271201" y="1460872"/>
                    <a:pt x="1259150" y="1489966"/>
                    <a:pt x="1237698" y="1511418"/>
                  </a:cubicBezTo>
                  <a:cubicBezTo>
                    <a:pt x="1216247" y="1532869"/>
                    <a:pt x="1187152" y="1544921"/>
                    <a:pt x="1156815" y="1544921"/>
                  </a:cubicBezTo>
                  <a:lnTo>
                    <a:pt x="114386" y="1544921"/>
                  </a:lnTo>
                  <a:cubicBezTo>
                    <a:pt x="84049" y="1544921"/>
                    <a:pt x="54954" y="1532869"/>
                    <a:pt x="33503" y="1511418"/>
                  </a:cubicBezTo>
                  <a:cubicBezTo>
                    <a:pt x="12051" y="1489966"/>
                    <a:pt x="0" y="1460872"/>
                    <a:pt x="0" y="1430535"/>
                  </a:cubicBezTo>
                  <a:lnTo>
                    <a:pt x="0" y="114386"/>
                  </a:lnTo>
                  <a:cubicBezTo>
                    <a:pt x="0" y="84049"/>
                    <a:pt x="12051" y="54954"/>
                    <a:pt x="33503" y="33503"/>
                  </a:cubicBezTo>
                  <a:cubicBezTo>
                    <a:pt x="54954" y="12051"/>
                    <a:pt x="84049" y="0"/>
                    <a:pt x="11438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1201" cy="1583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031022" y="1028700"/>
            <a:ext cx="3399536" cy="4114800"/>
            <a:chOff x="0" y="0"/>
            <a:chExt cx="1251951" cy="15153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1951" cy="1515362"/>
            </a:xfrm>
            <a:custGeom>
              <a:avLst/>
              <a:gdLst/>
              <a:ahLst/>
              <a:cxnLst/>
              <a:rect r="r" b="b" t="t" l="l"/>
              <a:pathLst>
                <a:path h="1515362" w="1251951">
                  <a:moveTo>
                    <a:pt x="116145" y="0"/>
                  </a:moveTo>
                  <a:lnTo>
                    <a:pt x="1135807" y="0"/>
                  </a:lnTo>
                  <a:cubicBezTo>
                    <a:pt x="1199952" y="0"/>
                    <a:pt x="1251951" y="52000"/>
                    <a:pt x="1251951" y="116145"/>
                  </a:cubicBezTo>
                  <a:lnTo>
                    <a:pt x="1251951" y="1399218"/>
                  </a:lnTo>
                  <a:cubicBezTo>
                    <a:pt x="1251951" y="1463363"/>
                    <a:pt x="1199952" y="1515362"/>
                    <a:pt x="1135807" y="1515362"/>
                  </a:cubicBezTo>
                  <a:lnTo>
                    <a:pt x="116145" y="1515362"/>
                  </a:lnTo>
                  <a:cubicBezTo>
                    <a:pt x="52000" y="1515362"/>
                    <a:pt x="0" y="1463363"/>
                    <a:pt x="0" y="1399218"/>
                  </a:cubicBezTo>
                  <a:lnTo>
                    <a:pt x="0" y="116145"/>
                  </a:lnTo>
                  <a:cubicBezTo>
                    <a:pt x="0" y="52000"/>
                    <a:pt x="52000" y="0"/>
                    <a:pt x="116145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51951" cy="1553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748977" y="8665275"/>
            <a:ext cx="935018" cy="93501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05966" y="8922264"/>
            <a:ext cx="421040" cy="421040"/>
          </a:xfrm>
          <a:custGeom>
            <a:avLst/>
            <a:gdLst/>
            <a:ahLst/>
            <a:cxnLst/>
            <a:rect r="r" b="b" t="t" l="l"/>
            <a:pathLst>
              <a:path h="421040" w="421040">
                <a:moveTo>
                  <a:pt x="0" y="0"/>
                </a:moveTo>
                <a:lnTo>
                  <a:pt x="421040" y="0"/>
                </a:lnTo>
                <a:lnTo>
                  <a:pt x="421040" y="421040"/>
                </a:lnTo>
                <a:lnTo>
                  <a:pt x="0" y="421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383230" y="2487704"/>
            <a:ext cx="14586383" cy="6855600"/>
          </a:xfrm>
          <a:custGeom>
            <a:avLst/>
            <a:gdLst/>
            <a:ahLst/>
            <a:cxnLst/>
            <a:rect r="r" b="b" t="t" l="l"/>
            <a:pathLst>
              <a:path h="6855600" w="14586383">
                <a:moveTo>
                  <a:pt x="0" y="0"/>
                </a:moveTo>
                <a:lnTo>
                  <a:pt x="14586383" y="0"/>
                </a:lnTo>
                <a:lnTo>
                  <a:pt x="14586383" y="6855600"/>
                </a:lnTo>
                <a:lnTo>
                  <a:pt x="0" y="6855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28732"/>
            <a:ext cx="434841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Trang chủ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68196">
            <a:off x="13913106" y="-656939"/>
            <a:ext cx="8214512" cy="4752536"/>
            <a:chOff x="0" y="0"/>
            <a:chExt cx="2053966" cy="1188329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53454" b="-661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62685" y="5781485"/>
            <a:ext cx="3451807" cy="4195062"/>
            <a:chOff x="0" y="0"/>
            <a:chExt cx="1271201" cy="154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1201" cy="1544921"/>
            </a:xfrm>
            <a:custGeom>
              <a:avLst/>
              <a:gdLst/>
              <a:ahLst/>
              <a:cxnLst/>
              <a:rect r="r" b="b" t="t" l="l"/>
              <a:pathLst>
                <a:path h="1544921" w="1271201">
                  <a:moveTo>
                    <a:pt x="114386" y="0"/>
                  </a:moveTo>
                  <a:lnTo>
                    <a:pt x="1156815" y="0"/>
                  </a:lnTo>
                  <a:cubicBezTo>
                    <a:pt x="1187152" y="0"/>
                    <a:pt x="1216247" y="12051"/>
                    <a:pt x="1237698" y="33503"/>
                  </a:cubicBezTo>
                  <a:cubicBezTo>
                    <a:pt x="1259150" y="54954"/>
                    <a:pt x="1271201" y="84049"/>
                    <a:pt x="1271201" y="114386"/>
                  </a:cubicBezTo>
                  <a:lnTo>
                    <a:pt x="1271201" y="1430535"/>
                  </a:lnTo>
                  <a:cubicBezTo>
                    <a:pt x="1271201" y="1460872"/>
                    <a:pt x="1259150" y="1489966"/>
                    <a:pt x="1237698" y="1511418"/>
                  </a:cubicBezTo>
                  <a:cubicBezTo>
                    <a:pt x="1216247" y="1532869"/>
                    <a:pt x="1187152" y="1544921"/>
                    <a:pt x="1156815" y="1544921"/>
                  </a:cubicBezTo>
                  <a:lnTo>
                    <a:pt x="114386" y="1544921"/>
                  </a:lnTo>
                  <a:cubicBezTo>
                    <a:pt x="84049" y="1544921"/>
                    <a:pt x="54954" y="1532869"/>
                    <a:pt x="33503" y="1511418"/>
                  </a:cubicBezTo>
                  <a:cubicBezTo>
                    <a:pt x="12051" y="1489966"/>
                    <a:pt x="0" y="1460872"/>
                    <a:pt x="0" y="1430535"/>
                  </a:cubicBezTo>
                  <a:lnTo>
                    <a:pt x="0" y="114386"/>
                  </a:lnTo>
                  <a:cubicBezTo>
                    <a:pt x="0" y="84049"/>
                    <a:pt x="12051" y="54954"/>
                    <a:pt x="33503" y="33503"/>
                  </a:cubicBezTo>
                  <a:cubicBezTo>
                    <a:pt x="54954" y="12051"/>
                    <a:pt x="84049" y="0"/>
                    <a:pt x="11438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1201" cy="1583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7717" y="275342"/>
            <a:ext cx="434841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Sơ Đồ Cây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07291" y="1011909"/>
            <a:ext cx="2836860" cy="1066797"/>
            <a:chOff x="0" y="0"/>
            <a:chExt cx="747157" cy="2809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157" cy="280967"/>
            </a:xfrm>
            <a:custGeom>
              <a:avLst/>
              <a:gdLst/>
              <a:ahLst/>
              <a:cxnLst/>
              <a:rect r="r" b="b" t="t" l="l"/>
              <a:pathLst>
                <a:path h="280967" w="747157">
                  <a:moveTo>
                    <a:pt x="0" y="0"/>
                  </a:moveTo>
                  <a:lnTo>
                    <a:pt x="747157" y="0"/>
                  </a:lnTo>
                  <a:lnTo>
                    <a:pt x="747157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747157" cy="357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Home.html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67407" y="3073826"/>
            <a:ext cx="2836860" cy="1066797"/>
            <a:chOff x="0" y="0"/>
            <a:chExt cx="747157" cy="280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7157" cy="280967"/>
            </a:xfrm>
            <a:custGeom>
              <a:avLst/>
              <a:gdLst/>
              <a:ahLst/>
              <a:cxnLst/>
              <a:rect r="r" b="b" t="t" l="l"/>
              <a:pathLst>
                <a:path h="280967" w="747157">
                  <a:moveTo>
                    <a:pt x="0" y="0"/>
                  </a:moveTo>
                  <a:lnTo>
                    <a:pt x="747157" y="0"/>
                  </a:lnTo>
                  <a:lnTo>
                    <a:pt x="747157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747157" cy="357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about.html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07291" y="3074653"/>
            <a:ext cx="2836860" cy="1066797"/>
            <a:chOff x="0" y="0"/>
            <a:chExt cx="747157" cy="2809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7157" cy="280967"/>
            </a:xfrm>
            <a:custGeom>
              <a:avLst/>
              <a:gdLst/>
              <a:ahLst/>
              <a:cxnLst/>
              <a:rect r="r" b="b" t="t" l="l"/>
              <a:pathLst>
                <a:path h="280967" w="747157">
                  <a:moveTo>
                    <a:pt x="0" y="0"/>
                  </a:moveTo>
                  <a:lnTo>
                    <a:pt x="747157" y="0"/>
                  </a:lnTo>
                  <a:lnTo>
                    <a:pt x="747157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747157" cy="357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contact.html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03607" y="3137321"/>
            <a:ext cx="3945315" cy="1066797"/>
            <a:chOff x="0" y="0"/>
            <a:chExt cx="1039095" cy="2809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9095" cy="280967"/>
            </a:xfrm>
            <a:custGeom>
              <a:avLst/>
              <a:gdLst/>
              <a:ahLst/>
              <a:cxnLst/>
              <a:rect r="r" b="b" t="t" l="l"/>
              <a:pathLst>
                <a:path h="280967" w="1039095">
                  <a:moveTo>
                    <a:pt x="0" y="0"/>
                  </a:moveTo>
                  <a:lnTo>
                    <a:pt x="1039095" y="0"/>
                  </a:lnTo>
                  <a:lnTo>
                    <a:pt x="1039095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039095" cy="357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products-premium.html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3585837" y="2051954"/>
            <a:ext cx="3121454" cy="10218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544151" y="2029926"/>
            <a:ext cx="3632113" cy="110739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8125721" y="2078706"/>
            <a:ext cx="0" cy="9959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528" y="5781485"/>
            <a:ext cx="2431923" cy="1066797"/>
            <a:chOff x="0" y="0"/>
            <a:chExt cx="640507" cy="2809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506" cy="280967"/>
            </a:xfrm>
            <a:custGeom>
              <a:avLst/>
              <a:gdLst/>
              <a:ahLst/>
              <a:cxnLst/>
              <a:rect r="r" b="b" t="t" l="l"/>
              <a:pathLst>
                <a:path h="280967" w="640506">
                  <a:moveTo>
                    <a:pt x="0" y="0"/>
                  </a:moveTo>
                  <a:lnTo>
                    <a:pt x="640506" y="0"/>
                  </a:lnTo>
                  <a:lnTo>
                    <a:pt x="640506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640507" cy="3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style.css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80176" y="5781485"/>
            <a:ext cx="2374270" cy="1066797"/>
            <a:chOff x="0" y="0"/>
            <a:chExt cx="625322" cy="2809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25322" cy="280967"/>
            </a:xfrm>
            <a:custGeom>
              <a:avLst/>
              <a:gdLst/>
              <a:ahLst/>
              <a:cxnLst/>
              <a:rect r="r" b="b" t="t" l="l"/>
              <a:pathLst>
                <a:path h="280967" w="625322">
                  <a:moveTo>
                    <a:pt x="0" y="0"/>
                  </a:moveTo>
                  <a:lnTo>
                    <a:pt x="625322" y="0"/>
                  </a:lnTo>
                  <a:lnTo>
                    <a:pt x="625322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625322" cy="3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auth-guard.js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10034" y="5782312"/>
            <a:ext cx="3034117" cy="1055034"/>
            <a:chOff x="0" y="0"/>
            <a:chExt cx="799109" cy="2778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99109" cy="277869"/>
            </a:xfrm>
            <a:custGeom>
              <a:avLst/>
              <a:gdLst/>
              <a:ahLst/>
              <a:cxnLst/>
              <a:rect r="r" b="b" t="t" l="l"/>
              <a:pathLst>
                <a:path h="277869" w="799109">
                  <a:moveTo>
                    <a:pt x="0" y="0"/>
                  </a:moveTo>
                  <a:lnTo>
                    <a:pt x="799109" y="0"/>
                  </a:lnTo>
                  <a:lnTo>
                    <a:pt x="799109" y="277869"/>
                  </a:lnTo>
                  <a:lnTo>
                    <a:pt x="0" y="277869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99109" cy="3350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cart-global.js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120561" y="5781485"/>
            <a:ext cx="2087905" cy="1066797"/>
            <a:chOff x="0" y="0"/>
            <a:chExt cx="549901" cy="28096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9901" cy="280967"/>
            </a:xfrm>
            <a:custGeom>
              <a:avLst/>
              <a:gdLst/>
              <a:ahLst/>
              <a:cxnLst/>
              <a:rect r="r" b="b" t="t" l="l"/>
              <a:pathLst>
                <a:path h="280967" w="549901">
                  <a:moveTo>
                    <a:pt x="0" y="0"/>
                  </a:moveTo>
                  <a:lnTo>
                    <a:pt x="549901" y="0"/>
                  </a:lnTo>
                  <a:lnTo>
                    <a:pt x="549901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549901" cy="3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style.css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84876" y="5781485"/>
            <a:ext cx="2742379" cy="1066797"/>
            <a:chOff x="0" y="0"/>
            <a:chExt cx="722273" cy="2809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22273" cy="280967"/>
            </a:xfrm>
            <a:custGeom>
              <a:avLst/>
              <a:gdLst/>
              <a:ahLst/>
              <a:cxnLst/>
              <a:rect r="r" b="b" t="t" l="l"/>
              <a:pathLst>
                <a:path h="280967" w="722273">
                  <a:moveTo>
                    <a:pt x="0" y="0"/>
                  </a:moveTo>
                  <a:lnTo>
                    <a:pt x="722273" y="0"/>
                  </a:lnTo>
                  <a:lnTo>
                    <a:pt x="722273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22273" cy="3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products-interactive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941377" y="5781485"/>
            <a:ext cx="2153989" cy="1066797"/>
            <a:chOff x="0" y="0"/>
            <a:chExt cx="567306" cy="28096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7306" cy="280967"/>
            </a:xfrm>
            <a:custGeom>
              <a:avLst/>
              <a:gdLst/>
              <a:ahLst/>
              <a:cxnLst/>
              <a:rect r="r" b="b" t="t" l="l"/>
              <a:pathLst>
                <a:path h="280967" w="567306">
                  <a:moveTo>
                    <a:pt x="0" y="0"/>
                  </a:moveTo>
                  <a:lnTo>
                    <a:pt x="567306" y="0"/>
                  </a:lnTo>
                  <a:lnTo>
                    <a:pt x="567306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567306" cy="3381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ultil.js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flipV="true">
            <a:off x="1216490" y="4140623"/>
            <a:ext cx="2369348" cy="16408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9544151" y="4141450"/>
            <a:ext cx="1659455" cy="164003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8027093" y="4141450"/>
            <a:ext cx="43952" cy="16408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3585837" y="4140623"/>
            <a:ext cx="918225" cy="144343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13176264" y="4204118"/>
            <a:ext cx="960123" cy="15121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4621005" y="4284404"/>
            <a:ext cx="2397366" cy="14970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1366446" y="1011909"/>
            <a:ext cx="2836860" cy="1066797"/>
            <a:chOff x="0" y="0"/>
            <a:chExt cx="747157" cy="2809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47157" cy="280967"/>
            </a:xfrm>
            <a:custGeom>
              <a:avLst/>
              <a:gdLst/>
              <a:ahLst/>
              <a:cxnLst/>
              <a:rect r="r" b="b" t="t" l="l"/>
              <a:pathLst>
                <a:path h="280967" w="747157">
                  <a:moveTo>
                    <a:pt x="0" y="0"/>
                  </a:moveTo>
                  <a:lnTo>
                    <a:pt x="747157" y="0"/>
                  </a:lnTo>
                  <a:lnTo>
                    <a:pt x="747157" y="280967"/>
                  </a:lnTo>
                  <a:lnTo>
                    <a:pt x="0" y="280967"/>
                  </a:lnTo>
                  <a:close/>
                </a:path>
              </a:pathLst>
            </a:custGeom>
            <a:solidFill>
              <a:srgbClr val="FACEA5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747157" cy="357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products-typo.css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flipV="true">
            <a:off x="9544151" y="1545308"/>
            <a:ext cx="182229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25345" y="1960293"/>
            <a:ext cx="13876264" cy="7298007"/>
            <a:chOff x="0" y="0"/>
            <a:chExt cx="2439852" cy="1283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507" t="0" r="-550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48977" y="651510"/>
            <a:ext cx="6923872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solidFill>
                  <a:srgbClr val="FFBD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Trang Đăng Nhập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6117" y="1960293"/>
            <a:ext cx="13876264" cy="7298007"/>
            <a:chOff x="0" y="0"/>
            <a:chExt cx="2439852" cy="1283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361" t="0" r="-536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48977" y="508451"/>
            <a:ext cx="6923872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solidFill>
                  <a:srgbClr val="FFBD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Trang Đăng Ký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93753" y="3935766"/>
            <a:ext cx="2733219" cy="1178835"/>
            <a:chOff x="0" y="0"/>
            <a:chExt cx="719860" cy="310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9860" cy="310475"/>
            </a:xfrm>
            <a:custGeom>
              <a:avLst/>
              <a:gdLst/>
              <a:ahLst/>
              <a:cxnLst/>
              <a:rect r="r" b="b" t="t" l="l"/>
              <a:pathLst>
                <a:path h="310475" w="719860">
                  <a:moveTo>
                    <a:pt x="79311" y="0"/>
                  </a:moveTo>
                  <a:lnTo>
                    <a:pt x="640549" y="0"/>
                  </a:lnTo>
                  <a:cubicBezTo>
                    <a:pt x="684351" y="0"/>
                    <a:pt x="719860" y="35509"/>
                    <a:pt x="719860" y="79311"/>
                  </a:cubicBezTo>
                  <a:lnTo>
                    <a:pt x="719860" y="231164"/>
                  </a:lnTo>
                  <a:cubicBezTo>
                    <a:pt x="719860" y="252199"/>
                    <a:pt x="711504" y="272372"/>
                    <a:pt x="696630" y="287245"/>
                  </a:cubicBezTo>
                  <a:cubicBezTo>
                    <a:pt x="681757" y="302119"/>
                    <a:pt x="661584" y="310475"/>
                    <a:pt x="640549" y="310475"/>
                  </a:cubicBezTo>
                  <a:lnTo>
                    <a:pt x="79311" y="310475"/>
                  </a:lnTo>
                  <a:cubicBezTo>
                    <a:pt x="35509" y="310475"/>
                    <a:pt x="0" y="274966"/>
                    <a:pt x="0" y="231164"/>
                  </a:cubicBezTo>
                  <a:lnTo>
                    <a:pt x="0" y="79311"/>
                  </a:lnTo>
                  <a:cubicBezTo>
                    <a:pt x="0" y="35509"/>
                    <a:pt x="35509" y="0"/>
                    <a:pt x="79311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19860" cy="3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76911" y="6544993"/>
            <a:ext cx="2537649" cy="1178835"/>
            <a:chOff x="0" y="0"/>
            <a:chExt cx="668352" cy="310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8352" cy="310475"/>
            </a:xfrm>
            <a:custGeom>
              <a:avLst/>
              <a:gdLst/>
              <a:ahLst/>
              <a:cxnLst/>
              <a:rect r="r" b="b" t="t" l="l"/>
              <a:pathLst>
                <a:path h="310475" w="668352">
                  <a:moveTo>
                    <a:pt x="85423" y="0"/>
                  </a:moveTo>
                  <a:lnTo>
                    <a:pt x="582929" y="0"/>
                  </a:lnTo>
                  <a:cubicBezTo>
                    <a:pt x="630107" y="0"/>
                    <a:pt x="668352" y="38245"/>
                    <a:pt x="668352" y="85423"/>
                  </a:cubicBezTo>
                  <a:lnTo>
                    <a:pt x="668352" y="225052"/>
                  </a:lnTo>
                  <a:cubicBezTo>
                    <a:pt x="668352" y="272230"/>
                    <a:pt x="630107" y="310475"/>
                    <a:pt x="582929" y="310475"/>
                  </a:cubicBezTo>
                  <a:lnTo>
                    <a:pt x="85423" y="310475"/>
                  </a:lnTo>
                  <a:cubicBezTo>
                    <a:pt x="38245" y="310475"/>
                    <a:pt x="0" y="272230"/>
                    <a:pt x="0" y="225052"/>
                  </a:cubicBezTo>
                  <a:lnTo>
                    <a:pt x="0" y="85423"/>
                  </a:lnTo>
                  <a:cubicBezTo>
                    <a:pt x="0" y="38245"/>
                    <a:pt x="38245" y="0"/>
                    <a:pt x="85423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8352" cy="3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2801" y="3654626"/>
            <a:ext cx="2973095" cy="1178835"/>
            <a:chOff x="0" y="0"/>
            <a:chExt cx="783037" cy="310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3037" cy="310475"/>
            </a:xfrm>
            <a:custGeom>
              <a:avLst/>
              <a:gdLst/>
              <a:ahLst/>
              <a:cxnLst/>
              <a:rect r="r" b="b" t="t" l="l"/>
              <a:pathLst>
                <a:path h="310475" w="783037">
                  <a:moveTo>
                    <a:pt x="72912" y="0"/>
                  </a:moveTo>
                  <a:lnTo>
                    <a:pt x="710126" y="0"/>
                  </a:lnTo>
                  <a:cubicBezTo>
                    <a:pt x="729463" y="0"/>
                    <a:pt x="748008" y="7682"/>
                    <a:pt x="761682" y="21355"/>
                  </a:cubicBezTo>
                  <a:cubicBezTo>
                    <a:pt x="775356" y="35029"/>
                    <a:pt x="783037" y="53574"/>
                    <a:pt x="783037" y="72912"/>
                  </a:cubicBezTo>
                  <a:lnTo>
                    <a:pt x="783037" y="237563"/>
                  </a:lnTo>
                  <a:cubicBezTo>
                    <a:pt x="783037" y="277831"/>
                    <a:pt x="750394" y="310475"/>
                    <a:pt x="710126" y="310475"/>
                  </a:cubicBezTo>
                  <a:lnTo>
                    <a:pt x="72912" y="310475"/>
                  </a:lnTo>
                  <a:cubicBezTo>
                    <a:pt x="32644" y="310475"/>
                    <a:pt x="0" y="277831"/>
                    <a:pt x="0" y="237563"/>
                  </a:cubicBezTo>
                  <a:lnTo>
                    <a:pt x="0" y="72912"/>
                  </a:lnTo>
                  <a:cubicBezTo>
                    <a:pt x="0" y="32644"/>
                    <a:pt x="32644" y="0"/>
                    <a:pt x="72912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3037" cy="3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559863" y="3664023"/>
            <a:ext cx="296285" cy="29628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59863" y="4504890"/>
            <a:ext cx="296285" cy="29628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553186" y="5345757"/>
            <a:ext cx="296285" cy="29628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80344" y="661753"/>
            <a:ext cx="4632950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Trang Sản Phẩm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2699" y="1986299"/>
            <a:ext cx="3766468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Direction artistique et moodboard de campagne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42699" y="2827016"/>
            <a:ext cx="3766468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Taux de conversion </a:t>
            </a:r>
          </a:p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e-commerce : objectif 3 %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9376" y="3667733"/>
            <a:ext cx="3766468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Nombre de clics sur </a:t>
            </a:r>
          </a:p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les publicités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49376" y="4508600"/>
            <a:ext cx="3766468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Taux d’engagement sur </a:t>
            </a:r>
          </a:p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les réseaux sociaux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42699" y="5349467"/>
            <a:ext cx="3766468" cy="54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Nombr</a:t>
            </a:r>
            <a:r>
              <a:rPr lang="en-US" sz="190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e d’abonnés gagnés pendant la campagne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846117" y="1960293"/>
            <a:ext cx="13876264" cy="7298007"/>
            <a:chOff x="0" y="0"/>
            <a:chExt cx="2439852" cy="12832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071" t="0" r="-507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71810" y="8916021"/>
            <a:ext cx="3789675" cy="684557"/>
            <a:chOff x="0" y="0"/>
            <a:chExt cx="998104" cy="1802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8104" cy="180295"/>
            </a:xfrm>
            <a:custGeom>
              <a:avLst/>
              <a:gdLst/>
              <a:ahLst/>
              <a:cxnLst/>
              <a:rect r="r" b="b" t="t" l="l"/>
              <a:pathLst>
                <a:path h="180295" w="998104">
                  <a:moveTo>
                    <a:pt x="90147" y="0"/>
                  </a:moveTo>
                  <a:lnTo>
                    <a:pt x="907956" y="0"/>
                  </a:lnTo>
                  <a:cubicBezTo>
                    <a:pt x="931865" y="0"/>
                    <a:pt x="954794" y="9498"/>
                    <a:pt x="971700" y="26404"/>
                  </a:cubicBezTo>
                  <a:cubicBezTo>
                    <a:pt x="988606" y="43309"/>
                    <a:pt x="998104" y="66239"/>
                    <a:pt x="998104" y="90147"/>
                  </a:cubicBezTo>
                  <a:lnTo>
                    <a:pt x="998104" y="90147"/>
                  </a:lnTo>
                  <a:cubicBezTo>
                    <a:pt x="998104" y="114056"/>
                    <a:pt x="988606" y="136985"/>
                    <a:pt x="971700" y="153891"/>
                  </a:cubicBezTo>
                  <a:cubicBezTo>
                    <a:pt x="954794" y="170797"/>
                    <a:pt x="931865" y="180295"/>
                    <a:pt x="907956" y="180295"/>
                  </a:cubicBezTo>
                  <a:lnTo>
                    <a:pt x="90147" y="180295"/>
                  </a:lnTo>
                  <a:cubicBezTo>
                    <a:pt x="66239" y="180295"/>
                    <a:pt x="43309" y="170797"/>
                    <a:pt x="26404" y="153891"/>
                  </a:cubicBezTo>
                  <a:cubicBezTo>
                    <a:pt x="9498" y="136985"/>
                    <a:pt x="0" y="114056"/>
                    <a:pt x="0" y="90147"/>
                  </a:cubicBezTo>
                  <a:lnTo>
                    <a:pt x="0" y="90147"/>
                  </a:lnTo>
                  <a:cubicBezTo>
                    <a:pt x="0" y="66239"/>
                    <a:pt x="9498" y="43309"/>
                    <a:pt x="26404" y="26404"/>
                  </a:cubicBezTo>
                  <a:cubicBezTo>
                    <a:pt x="43309" y="9498"/>
                    <a:pt x="66239" y="0"/>
                    <a:pt x="9014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8104" cy="218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3353" y="2144068"/>
            <a:ext cx="13876264" cy="7298007"/>
            <a:chOff x="0" y="0"/>
            <a:chExt cx="2439852" cy="1283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507" t="0" r="-550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22943" y="551488"/>
            <a:ext cx="4980715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Thao tác mua hàng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71810" y="8916021"/>
            <a:ext cx="3789675" cy="684557"/>
            <a:chOff x="0" y="0"/>
            <a:chExt cx="998104" cy="1802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8104" cy="180295"/>
            </a:xfrm>
            <a:custGeom>
              <a:avLst/>
              <a:gdLst/>
              <a:ahLst/>
              <a:cxnLst/>
              <a:rect r="r" b="b" t="t" l="l"/>
              <a:pathLst>
                <a:path h="180295" w="998104">
                  <a:moveTo>
                    <a:pt x="90147" y="0"/>
                  </a:moveTo>
                  <a:lnTo>
                    <a:pt x="907956" y="0"/>
                  </a:lnTo>
                  <a:cubicBezTo>
                    <a:pt x="931865" y="0"/>
                    <a:pt x="954794" y="9498"/>
                    <a:pt x="971700" y="26404"/>
                  </a:cubicBezTo>
                  <a:cubicBezTo>
                    <a:pt x="988606" y="43309"/>
                    <a:pt x="998104" y="66239"/>
                    <a:pt x="998104" y="90147"/>
                  </a:cubicBezTo>
                  <a:lnTo>
                    <a:pt x="998104" y="90147"/>
                  </a:lnTo>
                  <a:cubicBezTo>
                    <a:pt x="998104" y="114056"/>
                    <a:pt x="988606" y="136985"/>
                    <a:pt x="971700" y="153891"/>
                  </a:cubicBezTo>
                  <a:cubicBezTo>
                    <a:pt x="954794" y="170797"/>
                    <a:pt x="931865" y="180295"/>
                    <a:pt x="907956" y="180295"/>
                  </a:cubicBezTo>
                  <a:lnTo>
                    <a:pt x="90147" y="180295"/>
                  </a:lnTo>
                  <a:cubicBezTo>
                    <a:pt x="66239" y="180295"/>
                    <a:pt x="43309" y="170797"/>
                    <a:pt x="26404" y="153891"/>
                  </a:cubicBezTo>
                  <a:cubicBezTo>
                    <a:pt x="9498" y="136985"/>
                    <a:pt x="0" y="114056"/>
                    <a:pt x="0" y="90147"/>
                  </a:cubicBezTo>
                  <a:lnTo>
                    <a:pt x="0" y="90147"/>
                  </a:lnTo>
                  <a:cubicBezTo>
                    <a:pt x="0" y="66239"/>
                    <a:pt x="9498" y="43309"/>
                    <a:pt x="26404" y="26404"/>
                  </a:cubicBezTo>
                  <a:cubicBezTo>
                    <a:pt x="43309" y="9498"/>
                    <a:pt x="66239" y="0"/>
                    <a:pt x="90147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8104" cy="218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23353" y="2144068"/>
            <a:ext cx="13876264" cy="7298007"/>
            <a:chOff x="0" y="0"/>
            <a:chExt cx="2439852" cy="12832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654" t="0" r="-5654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22943" y="551488"/>
            <a:ext cx="4980715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thanh toán</a:t>
            </a:r>
          </a:p>
        </p:txBody>
      </p:sp>
      <p:grpSp>
        <p:nvGrpSpPr>
          <p:cNvPr name="Group 8" id="8"/>
          <p:cNvGrpSpPr/>
          <p:nvPr/>
        </p:nvGrpSpPr>
        <p:grpSpPr>
          <a:xfrm rot="9983006">
            <a:off x="-4107256" y="6043653"/>
            <a:ext cx="8214512" cy="4752536"/>
            <a:chOff x="0" y="0"/>
            <a:chExt cx="2053966" cy="1188329"/>
          </a:xfrm>
        </p:grpSpPr>
        <p:sp>
          <p:nvSpPr>
            <p:cNvPr name="Freeform 9" id="9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53454" b="-661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1804621">
            <a:off x="12824548" y="-1347568"/>
            <a:ext cx="8214512" cy="4752536"/>
            <a:chOff x="0" y="0"/>
            <a:chExt cx="2053966" cy="1188329"/>
          </a:xfrm>
        </p:grpSpPr>
        <p:sp>
          <p:nvSpPr>
            <p:cNvPr name="Freeform 11" id="11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53454" b="-6615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9034" y="642553"/>
            <a:ext cx="4980715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Thông Tin Sơ Bộ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846117" y="1960293"/>
            <a:ext cx="13876264" cy="7298007"/>
            <a:chOff x="0" y="0"/>
            <a:chExt cx="2439852" cy="12832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071" t="0" r="-5071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0547" y="1935480"/>
            <a:ext cx="13876264" cy="7298007"/>
            <a:chOff x="0" y="0"/>
            <a:chExt cx="2439852" cy="12832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852" cy="1283202"/>
            </a:xfrm>
            <a:custGeom>
              <a:avLst/>
              <a:gdLst/>
              <a:ahLst/>
              <a:cxnLst/>
              <a:rect r="r" b="b" t="t" l="l"/>
              <a:pathLst>
                <a:path h="1283202" w="2439852">
                  <a:moveTo>
                    <a:pt x="30686" y="0"/>
                  </a:moveTo>
                  <a:lnTo>
                    <a:pt x="2409166" y="0"/>
                  </a:lnTo>
                  <a:cubicBezTo>
                    <a:pt x="2426113" y="0"/>
                    <a:pt x="2439852" y="13739"/>
                    <a:pt x="2439852" y="30686"/>
                  </a:cubicBezTo>
                  <a:lnTo>
                    <a:pt x="2439852" y="1252516"/>
                  </a:lnTo>
                  <a:cubicBezTo>
                    <a:pt x="2439852" y="1269464"/>
                    <a:pt x="2426113" y="1283202"/>
                    <a:pt x="2409166" y="1283202"/>
                  </a:cubicBezTo>
                  <a:lnTo>
                    <a:pt x="30686" y="1283202"/>
                  </a:lnTo>
                  <a:cubicBezTo>
                    <a:pt x="13739" y="1283202"/>
                    <a:pt x="0" y="1269464"/>
                    <a:pt x="0" y="1252516"/>
                  </a:cubicBezTo>
                  <a:lnTo>
                    <a:pt x="0" y="30686"/>
                  </a:lnTo>
                  <a:cubicBezTo>
                    <a:pt x="0" y="13739"/>
                    <a:pt x="13739" y="0"/>
                    <a:pt x="30686" y="0"/>
                  </a:cubicBezTo>
                  <a:close/>
                </a:path>
              </a:pathLst>
            </a:custGeom>
            <a:blipFill>
              <a:blip r:embed="rId2"/>
              <a:stretch>
                <a:fillRect l="-5507" t="0" r="-550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48977" y="839872"/>
            <a:ext cx="4980715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Liên Hệ</a:t>
            </a:r>
          </a:p>
        </p:txBody>
      </p:sp>
      <p:grpSp>
        <p:nvGrpSpPr>
          <p:cNvPr name="Group 5" id="5"/>
          <p:cNvGrpSpPr/>
          <p:nvPr/>
        </p:nvGrpSpPr>
        <p:grpSpPr>
          <a:xfrm rot="9769742">
            <a:off x="-4107256" y="7003093"/>
            <a:ext cx="8214512" cy="4752536"/>
            <a:chOff x="0" y="0"/>
            <a:chExt cx="2053966" cy="1188329"/>
          </a:xfrm>
        </p:grpSpPr>
        <p:sp>
          <p:nvSpPr>
            <p:cNvPr name="Freeform 6" id="6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53454" b="-66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1804621">
            <a:off x="13559555" y="-1832664"/>
            <a:ext cx="8214512" cy="4752536"/>
            <a:chOff x="0" y="0"/>
            <a:chExt cx="2053966" cy="1188329"/>
          </a:xfrm>
        </p:grpSpPr>
        <p:sp>
          <p:nvSpPr>
            <p:cNvPr name="Freeform 8" id="8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53454" b="-6615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8977" y="839872"/>
            <a:ext cx="7161496" cy="1592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true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Các Nguồn Tham Khảo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8977" y="2934409"/>
            <a:ext cx="11866959" cy="122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Bootstrap:</a:t>
            </a:r>
            <a:r>
              <a:rPr lang="en-US" b="true" sz="3000" u="sng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2" tooltip="https://getbootstrap.com/docs/5.0/getting-started/introduction/"/>
              </a:rPr>
              <a:t>https://</a:t>
            </a:r>
            <a:r>
              <a:rPr lang="en-US" b="true" sz="3000" u="sng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3" tooltip="https://getbootstrap.com/docs/5.0/getting-started/introduction/"/>
              </a:rPr>
              <a:t>getbootstrap.com/docs/5.0/getting-started/introduction/</a:t>
            </a:r>
          </a:p>
          <a:p>
            <a:pPr algn="l">
              <a:lnSpc>
                <a:spcPts val="303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ChatGPT:</a:t>
            </a:r>
            <a:r>
              <a:rPr lang="en-US" b="true" sz="300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3000" u="sng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4" tooltip="https://chatgpt.com"/>
              </a:rPr>
              <a:t>https://chatgpt.com</a:t>
            </a:r>
          </a:p>
          <a:p>
            <a:pPr algn="ctr">
              <a:lnSpc>
                <a:spcPts val="33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2989" y="4166515"/>
            <a:ext cx="10730047" cy="1097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79"/>
              </a:lnSpc>
            </a:pPr>
            <a:r>
              <a:rPr lang="en-US" b="true" sz="7999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Thanks For Watching</a:t>
            </a:r>
          </a:p>
        </p:txBody>
      </p:sp>
      <p:grpSp>
        <p:nvGrpSpPr>
          <p:cNvPr name="Group 3" id="3"/>
          <p:cNvGrpSpPr/>
          <p:nvPr/>
        </p:nvGrpSpPr>
        <p:grpSpPr>
          <a:xfrm rot="9769742">
            <a:off x="-4107256" y="7003093"/>
            <a:ext cx="8214512" cy="4752536"/>
            <a:chOff x="0" y="0"/>
            <a:chExt cx="2053966" cy="1188329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53454" b="-661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1804621">
            <a:off x="13559555" y="-1832664"/>
            <a:ext cx="8214512" cy="4752536"/>
            <a:chOff x="0" y="0"/>
            <a:chExt cx="2053966" cy="1188329"/>
          </a:xfrm>
        </p:grpSpPr>
        <p:sp>
          <p:nvSpPr>
            <p:cNvPr name="Freeform 6" id="6"/>
            <p:cNvSpPr/>
            <p:nvPr/>
          </p:nvSpPr>
          <p:spPr>
            <a:xfrm flipH="false" flipV="false"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r="r" b="b" t="t" l="l"/>
              <a:pathLst>
                <a:path h="2053966" w="1188329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53454" b="-6615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DAHFm_It9cI</dc:identifier>
  <dcterms:modified xsi:type="dcterms:W3CDTF">2011-08-01T06:04:30Z</dcterms:modified>
  <cp:revision>1</cp:revision>
  <dc:title>Présentation Marketing Digital Stratégie Moderne Géométrique</dc:title>
</cp:coreProperties>
</file>